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Final Score %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Ananya</c:v>
                </c:pt>
                <c:pt idx="1">
                  <c:v>Karan</c:v>
                </c:pt>
                <c:pt idx="2">
                  <c:v>Sneha</c:v>
                </c:pt>
                <c:pt idx="3">
                  <c:v>Rohit</c:v>
                </c:pt>
                <c:pt idx="4">
                  <c:v>Priya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53.4</c:v>
                </c:pt>
                <c:pt idx="1">
                  <c:v>42.67</c:v>
                </c:pt>
                <c:pt idx="2">
                  <c:v>37.409999999999997</c:v>
                </c:pt>
                <c:pt idx="3">
                  <c:v>21.64</c:v>
                </c:pt>
                <c:pt idx="4">
                  <c:v>2.04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CC-4BA8-A6BC-0850B9043E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3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E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3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41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2141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67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6868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686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MP ONLINE AI/ML INTERNSHIP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Resume Screening System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NLP-based system that ranks resumes against a job description using TF-IDF semantic similarity and curated skill matching.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989320"/>
            <a:ext cx="10515600" cy="18288"/>
          </a:xfrm>
          <a:prstGeom prst="rect">
            <a:avLst/>
          </a:prstGeom>
          <a:solidFill>
            <a:srgbClr val="2A2E4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6172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Human Resources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206240" y="6172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Field: Artificial Intelligence / NLP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589520" y="6172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resume screening does not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E2130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402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Time-consuming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47472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spend hours reading resumes that may not even fit the role, for every single opening.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E2130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2402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47472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reviewers apply different, unwritten criteria — two recruiters can rank the same resume differently.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8745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E2130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22402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66760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explainable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66760" y="347472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ATS tools reject or accept resumes on rigid keyword rules with little reasoning shown to the recruiter.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6692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HR teams need an NLP-based AI system that automatically ranks resumes against a job description and explains each candidate's fit.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12080" cy="1005840"/>
          </a:xfrm>
          <a:prstGeom prst="roundRect">
            <a:avLst>
              <a:gd name="adj" fmla="val 9091"/>
            </a:avLst>
          </a:prstGeom>
          <a:solidFill>
            <a:srgbClr val="1E213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30552"/>
            <a:ext cx="457200" cy="45720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984248"/>
            <a:ext cx="4114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resumes &amp; job descriptions from PDF, DOCX, and TXT formats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212080" cy="1005840"/>
          </a:xfrm>
          <a:prstGeom prst="roundRect">
            <a:avLst>
              <a:gd name="adj" fmla="val 9091"/>
            </a:avLst>
          </a:prstGeom>
          <a:solidFill>
            <a:srgbClr val="1E2130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2130552"/>
            <a:ext cx="457200" cy="45720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40880" y="1984248"/>
            <a:ext cx="4114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NLP preprocessing to clean and normalize free-form text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5212080" cy="1005840"/>
          </a:xfrm>
          <a:prstGeom prst="roundRect">
            <a:avLst>
              <a:gd name="adj" fmla="val 9091"/>
            </a:avLst>
          </a:prstGeom>
          <a:solidFill>
            <a:srgbClr val="1E2130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3364992"/>
            <a:ext cx="457200" cy="45720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364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3218688"/>
            <a:ext cx="4114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contextual relevance using TF-IDF + cosine similarity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3108960"/>
            <a:ext cx="5212080" cy="1005840"/>
          </a:xfrm>
          <a:prstGeom prst="roundRect">
            <a:avLst>
              <a:gd name="adj" fmla="val 9091"/>
            </a:avLst>
          </a:prstGeom>
          <a:solidFill>
            <a:srgbClr val="1E2130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3364992"/>
            <a:ext cx="457200" cy="45720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364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40880" y="3218688"/>
            <a:ext cx="4114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and match hard skills using a curated skills taxonomy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5212080" cy="1005840"/>
          </a:xfrm>
          <a:prstGeom prst="roundRect">
            <a:avLst>
              <a:gd name="adj" fmla="val 9091"/>
            </a:avLst>
          </a:prstGeom>
          <a:solidFill>
            <a:srgbClr val="1E2130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4599432"/>
            <a:ext cx="457200" cy="45720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599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4453128"/>
            <a:ext cx="4114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both signals into one configurable, weighted Final Score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4343400"/>
            <a:ext cx="5212080" cy="1005840"/>
          </a:xfrm>
          <a:prstGeom prst="roundRect">
            <a:avLst>
              <a:gd name="adj" fmla="val 9091"/>
            </a:avLst>
          </a:prstGeom>
          <a:solidFill>
            <a:srgbClr val="1E2130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4599432"/>
            <a:ext cx="457200" cy="45720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599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40880" y="4453128"/>
            <a:ext cx="4114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ranked results with charts and an exportable CSV report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dual-signal, explainable ranking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single opaque score, the system combines two independent, human-readable signals and shows its 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120640" cy="2651760"/>
          </a:xfrm>
          <a:prstGeom prst="roundRect">
            <a:avLst>
              <a:gd name="adj" fmla="val 482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3317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Similarity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880360"/>
            <a:ext cx="4480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 of the JD + all resumes together, scored with cosine similarity. Captures overall contextual relevance — not just exact keyword hits.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46520" y="2057400"/>
            <a:ext cx="5120640" cy="2651760"/>
          </a:xfrm>
          <a:prstGeom prst="roundRect">
            <a:avLst>
              <a:gd name="adj" fmla="val 4828"/>
            </a:avLst>
          </a:prstGeom>
          <a:solidFill>
            <a:srgbClr val="1E2130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23317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Match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766560" y="2880360"/>
            <a:ext cx="4480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Regex-based extraction against a curated taxonomy of 100+ skills. Reports Matched, Missing, and Extra skills for every candidate — fully explainable.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983480"/>
            <a:ext cx="10927080" cy="868680"/>
          </a:xfrm>
          <a:prstGeom prst="roundRect">
            <a:avLst>
              <a:gd name="adj" fmla="val 10526"/>
            </a:avLst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983480"/>
            <a:ext cx="10927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Score  =  ( w₁ × Semantic Similarity )  +  ( w₂ × Skill Match Ratio )      —  default  w₁ = 0.6,  w₂ = 0.4, both adjustable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3968496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Extraction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— scikit-learn TfidfVectorizer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 Scoring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Similarity — sklearn.metrics.pairwise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Extraction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Regex matching against a curated skills taxonomy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Parsing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pdfplumber (PDF) · python-docx (DOCX) · built-in I/O (TXT)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Interface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Handling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NLTK / spaCy model downloads required — runs offline right after pip install.</a:t>
            </a:r>
            <a:endParaRPr lang="en-US" sz="1250" dirty="0"/>
          </a:p>
        </p:txBody>
      </p:sp>
      <p:sp>
        <p:nvSpPr>
          <p:cNvPr id="4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Architecture</a:t>
            </a:r>
            <a:endParaRPr lang="en-US" sz="3000" dirty="0"/>
          </a:p>
        </p:txBody>
      </p:sp>
      <p:pic>
        <p:nvPicPr>
          <p:cNvPr id="4" name="Image 0" descr="/home/claude/assets/architecture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600200"/>
            <a:ext cx="1051560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Breakdown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1E213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74520"/>
            <a:ext cx="82296" cy="1737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text_extraction.py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PDF / DOCX / TXT into raw text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87452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1E2130"/>
          </a:solidFill>
          <a:ln/>
        </p:spPr>
      </p:sp>
      <p:sp>
        <p:nvSpPr>
          <p:cNvPr id="9" name="Shape 7"/>
          <p:cNvSpPr/>
          <p:nvPr/>
        </p:nvSpPr>
        <p:spPr>
          <a:xfrm>
            <a:off x="4343400" y="1874520"/>
            <a:ext cx="82296" cy="1737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057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preprocessing.py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25603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Cleans, tokenizes, removes stopwords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87452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1E2130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0" y="1874520"/>
            <a:ext cx="82296" cy="1737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2057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skills_database.py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25603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Taxonomy-based skill extraction (regex)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1E2130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840480"/>
            <a:ext cx="82296" cy="1737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023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ranking_engine.py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5262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cosine similarity + weighted scoring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43400" y="384048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1E2130"/>
          </a:solidFill>
          <a:ln/>
        </p:spPr>
      </p:sp>
      <p:sp>
        <p:nvSpPr>
          <p:cNvPr id="21" name="Shape 19"/>
          <p:cNvSpPr/>
          <p:nvPr/>
        </p:nvSpPr>
        <p:spPr>
          <a:xfrm>
            <a:off x="4343400" y="3840480"/>
            <a:ext cx="82296" cy="173736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4023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17720" y="45262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UI — upload, rank, visualize, export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46720" y="384048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1E2130"/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0" y="3840480"/>
            <a:ext cx="82296" cy="173736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26" name="Text 24"/>
          <p:cNvSpPr/>
          <p:nvPr/>
        </p:nvSpPr>
        <p:spPr>
          <a:xfrm>
            <a:off x="8321040" y="4023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resume_screener.py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21040" y="45262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interface for batch use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Job Description &amp; Scoring Weights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4709160"/>
          </a:xfrm>
          <a:prstGeom prst="roundRect">
            <a:avLst>
              <a:gd name="adj" fmla="val 1553"/>
            </a:avLst>
          </a:prstGeom>
          <a:solidFill>
            <a:srgbClr val="0B0D14"/>
          </a:solidFill>
          <a:ln w="12700">
            <a:solidFill>
              <a:srgbClr val="2A2E42"/>
            </a:solidFill>
            <a:prstDash val="solid"/>
          </a:ln>
        </p:spPr>
      </p:sp>
      <p:pic>
        <p:nvPicPr>
          <p:cNvPr id="5" name="Image 0" descr="/mnt/user-data/uploads/Screenshot_2026-08-02_15250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680" y="1828800"/>
            <a:ext cx="10424160" cy="425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Upload Resumes &amp; Extraction Diagnostics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4709160"/>
          </a:xfrm>
          <a:prstGeom prst="roundRect">
            <a:avLst>
              <a:gd name="adj" fmla="val 1553"/>
            </a:avLst>
          </a:prstGeom>
          <a:solidFill>
            <a:srgbClr val="0B0D14"/>
          </a:solidFill>
          <a:ln w="12700">
            <a:solidFill>
              <a:srgbClr val="2A2E42"/>
            </a:solidFill>
            <a:prstDash val="solid"/>
          </a:ln>
        </p:spPr>
      </p:sp>
      <p:pic>
        <p:nvPicPr>
          <p:cNvPr id="5" name="Image 0" descr="/mnt/user-data/uploads/Screenshot_2026-08-02_15251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680" y="1828800"/>
            <a:ext cx="10424160" cy="425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Ranking Results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1865376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Match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Ananya Sharma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Karan Mehta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Sneha Iyer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Rohit Verma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Nair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40080" y="3794760"/>
          <a:ext cx="1088136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Key Advantages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parsing (PDF / DOCX / TXT) — Pass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Strong-fit resumes rank at the top — Pass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/ off-domain resumes rank last — Pass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sliders update ranking live — Pass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generates correctly — Pass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80760" y="1737360"/>
            <a:ext cx="18288" cy="4206240"/>
          </a:xfrm>
          <a:prstGeom prst="rect">
            <a:avLst/>
          </a:prstGeom>
          <a:solidFill>
            <a:srgbClr val="2A2E42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Advantages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55080" y="21488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— no paid APIs or model downloads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55080" y="26060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— matched / missing skills shown per candidate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55080" y="30632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scoring weights per role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55080" y="35204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mixed PDF / DOCX / TXT formats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55080" y="39776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classical ML runs in milliseconds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 &amp; 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external skills taxonomy (ESCO / O*NET)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for auto-extracting name, education, experience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 embeddings for deeper semantic match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database across sessions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role-based access for HR teams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69164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965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75120" y="246888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NLP techniques — TF-IDF, cosine similarity, and a rule-based skills taxonomy — combine into a fast, transparent, and genuinely useful resume screening tool. Every ranking is traceable to concrete evidence, not a black-box score.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989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748</Words>
  <Application>Microsoft Office PowerPoint</Application>
  <PresentationFormat>Widescreen</PresentationFormat>
  <Paragraphs>170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Akshansh Bansal</cp:lastModifiedBy>
  <cp:revision>2</cp:revision>
  <dcterms:created xsi:type="dcterms:W3CDTF">2026-08-02T10:22:33Z</dcterms:created>
  <dcterms:modified xsi:type="dcterms:W3CDTF">2026-08-02T17:18:42Z</dcterms:modified>
</cp:coreProperties>
</file>